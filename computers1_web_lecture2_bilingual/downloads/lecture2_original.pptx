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01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3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4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1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72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0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2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7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1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9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F1B81-A4A6-4D66-9C1F-1A357041B0CC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57808-23E6-46D8-8461-CEFB42171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5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57226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— Why Materials Matter</a:t>
            </a:r>
            <a:br>
              <a:rPr lang="en-US" dirty="0"/>
            </a:b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78011" y="2957384"/>
            <a:ext cx="9489989" cy="3534032"/>
          </a:xfrm>
        </p:spPr>
        <p:txBody>
          <a:bodyPr>
            <a:normAutofit/>
          </a:bodyPr>
          <a:lstStyle/>
          <a:p>
            <a:r>
              <a:rPr lang="en-US" sz="3200" dirty="0"/>
              <a:t>Technology is not only about machines or computers.  </a:t>
            </a:r>
          </a:p>
          <a:p>
            <a:r>
              <a:rPr lang="en-US" sz="3200" dirty="0"/>
              <a:t>Everything around us is made of materials.</a:t>
            </a:r>
          </a:p>
          <a:p>
            <a:r>
              <a:rPr lang="en-US" sz="3200" dirty="0"/>
              <a:t> </a:t>
            </a:r>
          </a:p>
          <a:p>
            <a:r>
              <a:rPr lang="en-US" sz="3200" dirty="0"/>
              <a:t>A hospital bed, a syringe, gloves, a chair —  </a:t>
            </a:r>
          </a:p>
          <a:p>
            <a:r>
              <a:rPr lang="en-US" sz="3200" dirty="0"/>
              <a:t>all of these things are made of different materials.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76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29514"/>
            <a:ext cx="10515600" cy="5847449"/>
          </a:xfrm>
        </p:spPr>
        <p:txBody>
          <a:bodyPr/>
          <a:lstStyle/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Because materials decide how things behave.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 example: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Metal is strong.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Rubber is flexible.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Plastic is light.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Glass is hard but can break.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7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29514"/>
            <a:ext cx="10515600" cy="5847449"/>
          </a:xfrm>
        </p:spPr>
        <p:txBody>
          <a:bodyPr/>
          <a:lstStyle/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we choose the wrong material, the object will not work well.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bed can break.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Gloves can tear.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tube can crack.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real hospitals, this is very important.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Doctors and patients depend on equipment.  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 materials are wrong, it can be dangerous.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53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41622"/>
            <a:ext cx="10515600" cy="4735341"/>
          </a:xfrm>
        </p:spPr>
        <p:txBody>
          <a:bodyPr/>
          <a:lstStyle/>
          <a:p>
            <a:r>
              <a:rPr lang="en-US" dirty="0"/>
              <a:t>That is why engineers must understand materials.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They must ask: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What material is best?  </a:t>
            </a:r>
          </a:p>
          <a:p>
            <a:r>
              <a:rPr lang="en-US" dirty="0"/>
              <a:t>Why is it used here?  </a:t>
            </a:r>
          </a:p>
          <a:p>
            <a:r>
              <a:rPr lang="en-US" dirty="0"/>
              <a:t>What happens if we change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69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285103"/>
            <a:ext cx="10515600" cy="4891860"/>
          </a:xfrm>
        </p:spPr>
        <p:txBody>
          <a:bodyPr/>
          <a:lstStyle/>
          <a:p>
            <a:r>
              <a:rPr lang="en-US" dirty="0"/>
              <a:t>Today, we will learn how to think about materials.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Not in a complex way —  </a:t>
            </a:r>
          </a:p>
          <a:p>
            <a:r>
              <a:rPr lang="en-US" dirty="0"/>
              <a:t>but step by step, using simple ideas.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Material → Property → Use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This is the key idea for today’s lesson.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57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329514"/>
            <a:ext cx="11279659" cy="6528486"/>
          </a:xfrm>
        </p:spPr>
        <p:txBody>
          <a:bodyPr>
            <a:normAutofit fontScale="55000" lnSpcReduction="20000"/>
          </a:bodyPr>
          <a:lstStyle/>
          <a:p>
            <a:r>
              <a:rPr lang="en-US" sz="3200" b="1" dirty="0" smtClean="0"/>
              <a:t>Game: Good Idea or Crazy Idea?</a:t>
            </a:r>
            <a:endParaRPr lang="ru-RU" sz="3200" b="1" dirty="0" smtClean="0"/>
          </a:p>
          <a:p>
            <a:endParaRPr lang="en-US" sz="3300" b="1" dirty="0" smtClean="0"/>
          </a:p>
          <a:p>
            <a:r>
              <a:rPr lang="en-US" sz="3300" dirty="0"/>
              <a:t>  </a:t>
            </a:r>
            <a:r>
              <a:rPr lang="en-US" sz="3300" b="1" dirty="0"/>
              <a:t>Silk hospital bed sheets</a:t>
            </a:r>
            <a:r>
              <a:rPr lang="en-US" sz="3300" dirty="0"/>
              <a:t> → </a:t>
            </a:r>
            <a:r>
              <a:rPr lang="en-US" sz="3300" b="1" dirty="0"/>
              <a:t>Good Idea</a:t>
            </a:r>
            <a:r>
              <a:rPr lang="en-US" sz="3300" dirty="0"/>
              <a:t> Because silk is soft and comfortable for patients who stay in bed for a long time.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Stone hospital chair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stone is too heavy and very uncomfortable to sit on.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Foam rubber surgical knife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foam rubber is too soft and cannot cut anything.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Helium balloons as IV stands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helium balloons can fly away and are not stable.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Coconut shell as a medicine cup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coconut shell is difficult to clean and not safe for medicine.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Sponge mattress for very heavy patients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sponge is too soft and will break under heavy weight.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Cardboard wheelchair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cardboard is weak and will get wet and fall apart.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Jelly hospital floor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jelly is slippery and dangerous — people will fall.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Feather surgical gloves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feathers are too soft and cannot protect the doctor’s hands.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Magnetic metal patient gown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magnetic metal can attract other metal objects and be dangerous.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Ice pack as a permanent hospital pillow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ice will melt and become wet and cold.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Paper surgical mask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paper gets wet easily and cannot filter air well.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Wooden stethoscope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wood cannot carry sound well and is difficult to clean.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Cotton candy oxygen tube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cotton candy will melt and is not safe for oxygen. </a:t>
            </a:r>
          </a:p>
          <a:p>
            <a:r>
              <a:rPr lang="en-US" sz="3300" dirty="0"/>
              <a:t>  </a:t>
            </a:r>
            <a:r>
              <a:rPr lang="en-US" sz="3300" b="1" dirty="0"/>
              <a:t>Gold hospital bed for VIP patients</a:t>
            </a:r>
            <a:r>
              <a:rPr lang="en-US" sz="3300" dirty="0"/>
              <a:t> → </a:t>
            </a:r>
            <a:r>
              <a:rPr lang="en-US" sz="3300" b="1" dirty="0"/>
              <a:t>Crazy Idea</a:t>
            </a:r>
            <a:r>
              <a:rPr lang="en-US" sz="3300" dirty="0"/>
              <a:t> Because gold is very expensive and too soft for a hospital bed</a:t>
            </a:r>
            <a:r>
              <a:rPr lang="en-US" sz="3300" dirty="0" smtClean="0"/>
              <a:t>.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83210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55805" y="954331"/>
            <a:ext cx="93911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Wooden syringe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hospital bed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 gloves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Chocolate IV tube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Sponge wheelchair wheels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Cotton knife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Ice hospital chair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Cardboard oxygen mask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Rubber hammer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 pillow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ru-RU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 floor in the operating room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Banana peel bandages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5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45421"/>
            <a:ext cx="1104552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Wooden syringe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wood is not clean and can break inside the patient.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 hospital bed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paper is weak and will tear when the patient lies down.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 gloves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glass is hard and will break easily, cutting the doctor’s hands.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Chocolate IV tube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chocolate will melt and is not safe.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Sponge wheelchair wheels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sponge is too soft and the wheelchair won’t move properly.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Cotton knife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cotton is soft and cannot cut anything.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Ice hospital chair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ice will melt and the patient will fall.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Cardboard oxygen mask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cardboard cannot hold oxygen and will get wet.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Rubber hammer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rubber is too soft and cannot hammer nails.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Metal pillow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metal is hard and uncomfortable for the patient to sleep 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Glass floor in the operating room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it can break and is very dangerous.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Banana peel bandages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Bad Because banana peel is slippery and not clean. </a:t>
            </a:r>
          </a:p>
        </p:txBody>
      </p:sp>
    </p:spTree>
    <p:extLst>
      <p:ext uri="{BB962C8B-B14F-4D97-AF65-F5344CB8AC3E}">
        <p14:creationId xmlns:p14="http://schemas.microsoft.com/office/powerpoint/2010/main" val="220639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29514"/>
            <a:ext cx="10515600" cy="584744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4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29514"/>
            <a:ext cx="10515600" cy="5847449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971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595</Words>
  <Application>Microsoft Office PowerPoint</Application>
  <PresentationFormat>Широкоэкранный</PresentationFormat>
  <Paragraphs>80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Introduction — Why Materials Matter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— Why Materials Matter</dc:title>
  <dc:creator>Axel</dc:creator>
  <cp:lastModifiedBy>Axel</cp:lastModifiedBy>
  <cp:revision>4</cp:revision>
  <dcterms:created xsi:type="dcterms:W3CDTF">2026-04-15T00:41:05Z</dcterms:created>
  <dcterms:modified xsi:type="dcterms:W3CDTF">2026-04-15T01:05:32Z</dcterms:modified>
</cp:coreProperties>
</file>